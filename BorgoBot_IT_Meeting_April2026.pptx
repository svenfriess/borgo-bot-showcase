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85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962F1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Borgo-Bot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Meeting · 14. April 2026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0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Updates, KB-Änderungen &amp; offene Punkte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931920" y="310896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🤖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640080" y="4462272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Stand: 10. April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CCCCCC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515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43000" y="1097280"/>
            <a:ext cx="36576" cy="4114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10515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KB-Eintrag Neu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0" y="105156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RFID-Müllsäcke ab Mai 2026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755648"/>
            <a:ext cx="8229600" cy="594360"/>
          </a:xfrm>
          <a:prstGeom prst="rect">
            <a:avLst/>
          </a:prstGeom>
          <a:solidFill>
            <a:srgbClr val="EDE9DF"/>
          </a:solidFill>
          <a:ln/>
          <a:effectLst>
            <a:outerShdw sx="100000" sy="100000" kx="0" ky="0" algn="bl" rotWithShape="0" blurRad="38100" dist="12700" dir="8100000">
              <a:srgbClr val="CCCCCC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180136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143000" y="1847088"/>
            <a:ext cx="36576" cy="4114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180136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KB-Eintrag Neu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0" y="1801368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Glascontainer — Anzahl &amp; Zuständigkeit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505456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CCCCCC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2551176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43000" y="2596896"/>
            <a:ext cx="36576" cy="4114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7" name="Text 15"/>
          <p:cNvSpPr/>
          <p:nvPr/>
        </p:nvSpPr>
        <p:spPr>
          <a:xfrm>
            <a:off x="1280160" y="2551176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KB-Update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0400" y="2551176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Arzt/Arztpraxis — Synonym ergänzt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255264"/>
            <a:ext cx="8229600" cy="594360"/>
          </a:xfrm>
          <a:prstGeom prst="rect">
            <a:avLst/>
          </a:prstGeom>
          <a:solidFill>
            <a:srgbClr val="EDE9DF"/>
          </a:solidFill>
          <a:ln/>
          <a:effectLst>
            <a:outerShdw sx="100000" sy="100000" kx="0" ky="0" algn="bl" rotWithShape="0" blurRad="38100" dist="12700" dir="8100000">
              <a:srgbClr val="CCCCCC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3300984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143000" y="3346704"/>
            <a:ext cx="36576" cy="4114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2" name="Text 20"/>
          <p:cNvSpPr/>
          <p:nvPr/>
        </p:nvSpPr>
        <p:spPr>
          <a:xfrm>
            <a:off x="1280160" y="3300984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Bot-Profil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0" y="3300984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Anzeigename → Borgo Bot 🤖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4005072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CCCCCC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48640" y="405079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143000" y="4096512"/>
            <a:ext cx="36576" cy="4114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7" name="Text 25"/>
          <p:cNvSpPr/>
          <p:nvPr/>
        </p:nvSpPr>
        <p:spPr>
          <a:xfrm>
            <a:off x="1280160" y="405079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00400" y="4050792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Nähere Arztpraxis (8 Min) — Adresse fehlt noch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82880"/>
            <a:ext cx="1463040" cy="3200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KB-Eintrag: RFID-Müllsäcke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0233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BBBBBB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25880"/>
            <a:ext cx="64008" cy="32918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17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ist neu?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82880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Mai 2026 nur noch RFID-getaggte graue Müllsäcke erlaubt.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Offizielle ID erforderlich.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Zuständig: ASCIT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325880"/>
            <a:ext cx="4023360" cy="3291840"/>
          </a:xfrm>
          <a:prstGeom prst="rect">
            <a:avLst/>
          </a:prstGeom>
          <a:solidFill>
            <a:srgbClr val="EDE9DF"/>
          </a:solidFill>
          <a:ln/>
          <a:effectLst>
            <a:outerShdw sx="100000" sy="100000" kx="0" ky="0" algn="bl" rotWithShape="0" blurRad="63500" dist="25400" dir="8100000">
              <a:srgbClr val="BBBBBB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325880"/>
            <a:ext cx="64008" cy="3291840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4173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KB-Eintrag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87452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</a:t>
            </a:r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muell_rfid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Kategorie: </a:t>
            </a:r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Priorität: </a:t>
            </a:r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Keywords: </a:t>
            </a:r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müll, rfid, restmüll, abfall, graue säcke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solidFill>
            <a:srgbClr val="EDE0D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681728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Auslöser: Jörg Ockel in OnSite Group, 10. April 2026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82880"/>
            <a:ext cx="1463040" cy="3200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KB-Eintrag: Glascontainer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0233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BBBBBB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25880"/>
            <a:ext cx="64008" cy="32918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17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ist neu?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87452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Borgo gibt es 3 Glascontainer.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Einer war defekt (mit Klebeband repariert).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Ersatz wird von Tobias bei ASCIT beantragt.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325880"/>
            <a:ext cx="4023360" cy="3291840"/>
          </a:xfrm>
          <a:prstGeom prst="rect">
            <a:avLst/>
          </a:prstGeom>
          <a:solidFill>
            <a:srgbClr val="EDE9DF"/>
          </a:solidFill>
          <a:ln/>
          <a:effectLst>
            <a:outerShdw sx="100000" sy="100000" kx="0" ky="0" algn="bl" rotWithShape="0" blurRad="63500" dist="25400" dir="8100000">
              <a:srgbClr val="BBBBBB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325880"/>
            <a:ext cx="64008" cy="3291840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4173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KB-Eintrag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87452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</a:t>
            </a:r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glascontainer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Kategorie: </a:t>
            </a:r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Priorität: </a:t>
            </a:r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Keywords: </a:t>
            </a:r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glas, glascontainer, glasflaschen, recycling, vetro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solidFill>
            <a:srgbClr val="EDE0D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681728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Auslöser: Sonja Schlüter in OnSite Group, 10. April 2026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82880"/>
            <a:ext cx="1645920" cy="320040"/>
          </a:xfrm>
          <a:prstGeom prst="rect">
            <a:avLst/>
          </a:prstGeom>
          <a:solidFill>
            <a:srgbClr val="D481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KB-Update: Arzt / Arztpraxis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0233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BBBBBB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25880"/>
            <a:ext cx="64008" cy="3291840"/>
          </a:xfrm>
          <a:prstGeom prst="rect">
            <a:avLst/>
          </a:prstGeom>
          <a:solidFill>
            <a:srgbClr val="D4813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17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8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82880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 fragt: </a:t>
            </a:r>
            <a:pPr indent="0" marL="0">
              <a:buNone/>
            </a:pPr>
            <a:r>
              <a:rPr lang="en-US" sz="130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"!Bot Arztpraxis?"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Bot antwortet mit Fallback!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"!Bot arzt" funktionierte dagegen korrekt.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Ursache: Synonym "arztpraxis" fehlte im KB-Eintrag.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325880"/>
            <a:ext cx="4023360" cy="3291840"/>
          </a:xfrm>
          <a:prstGeom prst="rect">
            <a:avLst/>
          </a:prstGeom>
          <a:solidFill>
            <a:srgbClr val="EDE9DF"/>
          </a:solidFill>
          <a:ln/>
          <a:effectLst>
            <a:outerShdw sx="100000" sy="100000" kx="0" ky="0" algn="bl" rotWithShape="0" blurRad="63500" dist="25400" dir="8100000">
              <a:srgbClr val="BBBBBB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325880"/>
            <a:ext cx="64008" cy="329184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4173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87452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 ergänzte Synonyme: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arztpraxis, praxis, hausarzt,
medizinische versorgung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</a:t>
            </a:r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Deployed (10.04.2026)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solidFill>
            <a:srgbClr val="EDE0D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681728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Auslöser: Inge Beckers in Community-Test, 28. März 2026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82880"/>
            <a:ext cx="1645920" cy="320040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ANPASSUNG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Bot-Profil: Sven Friess → Borgo Bot 🤖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840480" cy="2286000"/>
          </a:xfrm>
          <a:prstGeom prst="rect">
            <a:avLst/>
          </a:prstGeom>
          <a:solidFill>
            <a:srgbClr val="FAE5E5"/>
          </a:solidFill>
          <a:ln/>
          <a:effectLst>
            <a:outerShdw sx="100000" sy="100000" kx="0" ky="0" algn="bl" rotWithShape="0" blurRad="50800" dist="12700" dir="8100000">
              <a:srgbClr val="BBBBBB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4630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Vorher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Bot-Nachrichten erschienen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 dem Namen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"Sven Friess"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Verwirrend für Community-Mitglieder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1371600"/>
            <a:ext cx="3840480" cy="2286000"/>
          </a:xfrm>
          <a:prstGeom prst="rect">
            <a:avLst/>
          </a:prstGeom>
          <a:solidFill>
            <a:srgbClr val="E5F5EC"/>
          </a:solidFill>
          <a:ln/>
          <a:effectLst>
            <a:outerShdw sx="100000" sy="100000" kx="0" ky="0" algn="bl" rotWithShape="0" blurRad="50800" dist="12700" dir="8100000">
              <a:srgbClr val="BBBBBB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0" y="14630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Nachher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92024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Bot-Nachrichten erscheinen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 dem Namen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"Borgo Bot 🤖"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Klar erkennbar als Bot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794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Umgesetzt via signal-cli updateProfile · signal-cli 0.14.1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Offene Punkte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BBBBBB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64008" cy="1554480"/>
          </a:xfrm>
          <a:prstGeom prst="rect">
            <a:avLst/>
          </a:prstGeom>
          <a:solidFill>
            <a:srgbClr val="D4813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640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⏳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71600" y="1115568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Nähere Arztpraxis (8 Min)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536192"/>
            <a:ext cx="7132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Boris erwähnte: Marion kennt eine Praxis nur 8 Min vom Borgo.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 noch nicht erhalten → Anfrage läuft.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BBBBBB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743200"/>
            <a:ext cx="64008" cy="1554480"/>
          </a:xfrm>
          <a:prstGeom prst="rect">
            <a:avLst/>
          </a:prstGeom>
          <a:solidFill>
            <a:srgbClr val="D4813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834640"/>
            <a:ext cx="640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371600" y="2852928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KB-Eintrag arzt_lokal anlegen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3273552"/>
            <a:ext cx="7132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Sobald Adresse da: neuer separater KB-Eintrag für die nähere Praxis.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82880"/>
            <a:ext cx="1645920" cy="320040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KB-Editor: Keywords &amp; Einträge pflegen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8229600" cy="594360"/>
          </a:xfrm>
          <a:prstGeom prst="rect">
            <a:avLst/>
          </a:prstGeom>
          <a:solidFill>
            <a:srgbClr val="2C2C2C"/>
          </a:solidFill>
          <a:ln/>
          <a:effectLst>
            <a:outerShdw sx="100000" sy="100000" kx="0" ky="0" algn="bl" rotWithShape="0" blurRad="63500" dist="25400" dir="8100000">
              <a:srgbClr val="AAAAAA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38988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BE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🔗  https://svens-mac-mini-m4.tail9c20e1.ts.net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BBBBBB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057400"/>
            <a:ext cx="2651760" cy="64008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1031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48640" y="27432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Einträge suchen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320040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 Suchfeld oder Kategorie-Filter schnell den richtigen Eintrag finden.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91840" y="205740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BBBBBB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2057400"/>
            <a:ext cx="2651760" cy="64008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0" y="21031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✏️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383280" y="27432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 editieren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29000" y="320040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Synonyme direkt im Browser ergänzen — z.B. "arztpraxis" zu "arzt" hinzufügen. Kein Terminal nötig.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205740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BBBBBB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2057400"/>
            <a:ext cx="2651760" cy="64008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21031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💾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217920" y="27432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Sofort aktiv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320040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Änderungen werden in die YAML gespeichert. Hot-Reload: Bot übernimmt beim nächsten Query automatisch.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solidFill>
            <a:srgbClr val="EDE0D0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681728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Ausführliche Anleitung: https://svens-mac-mini-m4.tail9c20e1.ts.net/anleitung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B85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Zusammenfassung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658368"/>
          </a:xfrm>
          <a:prstGeom prst="rect">
            <a:avLst/>
          </a:prstGeom>
          <a:solidFill>
            <a:srgbClr val="962F1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121615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muell_rfid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840480" y="121615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Neuer KB-Eintrag · RFID-Müllsäcke ab Mai 2026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92808"/>
            <a:ext cx="8229600" cy="658368"/>
          </a:xfrm>
          <a:prstGeom prst="rect">
            <a:avLst/>
          </a:prstGeom>
          <a:solidFill>
            <a:srgbClr val="962F1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9385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19659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glascontainer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0" y="19659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Neuer KB-Eintrag · 3 Container · Zuständig: ASCIT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642616"/>
            <a:ext cx="8229600" cy="658368"/>
          </a:xfrm>
          <a:prstGeom prst="rect">
            <a:avLst/>
          </a:prstGeom>
          <a:solidFill>
            <a:srgbClr val="962F1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688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271576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arzt — Update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40480" y="2715768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Synonym arztpraxis ergänzt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392424"/>
            <a:ext cx="8229600" cy="658368"/>
          </a:xfrm>
          <a:prstGeom prst="rect">
            <a:avLst/>
          </a:prstGeom>
          <a:solidFill>
            <a:srgbClr val="962F1E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43814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88720" y="3465576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Bot-Profil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840480" y="3465576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Signal-Name → Borgo Bot 🤖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142232"/>
            <a:ext cx="8229600" cy="658368"/>
          </a:xfrm>
          <a:prstGeom prst="rect">
            <a:avLst/>
          </a:prstGeom>
          <a:solidFill>
            <a:srgbClr val="7A4F1A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1879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⏳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88720" y="4215384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arzt_lokal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840480" y="4215384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 nähere Praxis fehlt noch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KB: 59 Einträge  ·  Bot-Version 3.71  ·  signal-cli 0.14.1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Borgo-Bot IT Meeting – April 2026</dc:title>
  <dc:subject>PptxGenJS Presentation</dc:subject>
  <dc:creator>PptxGenJS</dc:creator>
  <cp:lastModifiedBy>PptxGenJS</cp:lastModifiedBy>
  <cp:revision>1</cp:revision>
  <dcterms:created xsi:type="dcterms:W3CDTF">2026-04-10T13:37:19Z</dcterms:created>
  <dcterms:modified xsi:type="dcterms:W3CDTF">2026-04-10T13:37:19Z</dcterms:modified>
</cp:coreProperties>
</file>