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🤖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Borgo-Bot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IT-Meeting · April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64008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6517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Go Live Version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KB Editor &amp; Keywords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Log-Analyse &amp; Performance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Sven Friess · IT-Gruppe Borgo Batone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STATUS: Wo stehen wir?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in KB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heute neu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5176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Bot-Instanzen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TEST · Community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14400"/>
            <a:ext cx="265176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3504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035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Mitglieder bereit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erledigt: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mit 4 neuen Einträgen aktualisiert (Rattengift, Heizung Gabriello, RFID-Müll, Carrara-Tour)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Synonym-Bug im keyword_extractor identifiziert &amp; behoben — keywords-Feld wird ignoriert, nur synonyms + Entry-Key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neu gestartet, alle 3 Instanzen laden 62 Entries 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Go Live Version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Bereit für Go Live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läuft stabil seit Januar 2026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Community-Testphase erfolgreich abgeschlossen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KB-Einträge, 10 Kategorien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Anti-Halluzination validiert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Multi-Model-Fallback aktiv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für neue KB-Einträge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Signal-Integration stabil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86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Offene Punkte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DEV-Nummer beschaffen (sipgate/prepaid)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RAM prüfen vor Docker-Migration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Startup-Script (signal-cli + Ollama + Bot)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LLM_TIMEOUT auf 60s erhöhen (aktuell 30s)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Signal-CLI Watchdog-Script implementieren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 an Community: Rollout-Ankündigung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Rollout-Plan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03120" y="1874520"/>
            <a:ext cx="347472" cy="54864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0116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DEV-Nummer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Signal-Nummer für lokale Entwicklung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beschaffen — Entkopplung von Produktion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1874520"/>
            <a:ext cx="347472" cy="54864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868680"/>
            <a:ext cx="20116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1005840"/>
            <a:ext cx="731520" cy="7315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Hetzner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42032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PROD in Docker-Container auf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CPX42 migrieren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42032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55664" y="1874520"/>
            <a:ext cx="347472" cy="54864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868680"/>
            <a:ext cx="20116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1005840"/>
            <a:ext cx="731520" cy="7315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18304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18304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Ankündigung an Community, Rollenklärung,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Umgang mit Halluzinationen definieren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18304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03136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868680"/>
            <a:ext cx="201168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1005840"/>
            <a:ext cx="731520" cy="73152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3216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94576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94576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an alle 100+ Mitglieder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in Community-Gruppe aktiv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94576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KB Editor &amp; Keywords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Heutiger Fund: keyword_extractor ignoriert das keywords-Feld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KB-Einträge hatten ein keywords-Feld — der Extractor liest aber nur Entry-Key + synonyms. Ergebnis: High=0, Med=0, Low=0 → Fallback statt Antwort.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93192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Falsch (funktioniert nicht)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931920" cy="1920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schaedlingsbekaempfung: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keywords: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Rattengift   ← </a:t>
            </a:r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ignoriert!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Ratten       ← </a:t>
            </a:r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ignoriert!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synonyms: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ungeziefer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3931920" cy="3657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Richtig (funktioniert)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3931920" cy="1920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8346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rattengift: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Entry-Key = </a:t>
            </a:r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Haupt-Keyword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synonyms: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ratten       ← </a:t>
            </a:r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gefunden!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kammerjäger  ← </a:t>
            </a:r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gefunden!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KB Editor: Vorschlag Verbesserungen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keywords-Feld entfernen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 wird im Code nicht ausgewertet — erzeugt falsches Vertrauen bei KB-Pflege.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Entweder aus YAML entfernen oder Code anpassen.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114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9601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Editor im Browser erweitern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Funnel: svens-mac-mini-m4.tail9c20e1.ts.net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sollte synonyms klar hervorheben + Entry-Key als Pflichtfeld erklären.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11480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keyword_extractor anpassen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keywords-Feld auslesen und in yaml_keywords aufnehmen — 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für KB-Autoren schreiben (Entry-Key = Haupt-Keyword).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17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3017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Zeitgesteuerte Einträge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valid_until-Feld einführen für temporäre Einträge (z.B. Rattengift).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oder Admin werden automatisch erinnert, den Eintrag zu archivieren.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Log-Analyse: Bot-Laufzeit Jan–Apr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gesamt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77240"/>
            <a:ext cx="2011680" cy="6400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50592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Erfolgsquote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von 64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777240"/>
            <a:ext cx="201168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26864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26864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Response-Zeit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ebenfalls 12s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7772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777240"/>
            <a:ext cx="2011680" cy="64008"/>
          </a:xfrm>
          <a:prstGeom prst="rect">
            <a:avLst/>
          </a:prstGeom>
          <a:solidFill>
            <a:srgbClr val="C47A2A"/>
          </a:solidFill>
          <a:ln w="12700">
            <a:solidFill>
              <a:srgbClr val="C47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822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03136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03136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42/64 über 10s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06040"/>
            <a:ext cx="402336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06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Fallbacks (6 Fälle)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0632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Arztpraxis (3x)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arztpraxis in synonyms, Entry-Key aber arzt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Jetzt behoben: eigener Entry-Key arztpraxis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Rattengift (2x)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keywords-Feld-Bug → heute behoben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 Il Leccio (1x)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synonyms erweitert: absperrung, leccio…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0" y="2606040"/>
            <a:ext cx="1828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606040"/>
            <a:ext cx="1828800" cy="38404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LLM-Modell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1645920" cy="27432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54680"/>
            <a:ext cx="139903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 85%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1645920" cy="27432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840480"/>
            <a:ext cx="246888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142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 15%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17720" y="4434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qwen sollte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sein!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2606040"/>
            <a:ext cx="2148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75120" y="2606040"/>
            <a:ext cx="2148840" cy="38404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06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Top-Themen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084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Pizzaofen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35240" y="3099816"/>
            <a:ext cx="1005840" cy="18288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3099816"/>
            <a:ext cx="854964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2084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Test/Ping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35240" y="3438144"/>
            <a:ext cx="1005840" cy="18288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35240" y="3438144"/>
            <a:ext cx="553212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401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3739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35240" y="3776472"/>
            <a:ext cx="1005840" cy="18288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35240" y="3776472"/>
            <a:ext cx="301752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3739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20840" y="4078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35240" y="4114800"/>
            <a:ext cx="1005840" cy="18288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35240" y="4114800"/>
            <a:ext cx="221285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4078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20840" y="4416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Schlangen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635240" y="4453128"/>
            <a:ext cx="1005840" cy="18288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5240" y="4453128"/>
            <a:ext cx="120701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4416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Diskussion &amp; nächste Schritte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Datum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starten wir den Rollout an alle 100+ Mitglieder?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8288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DEV-Nummer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beschafft die neue Signal-Nummer für die lokale Entwicklung?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8288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Editor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7889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keywords-Feld fixen im Code oder aus YAML entfernen?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474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Zeitgesteuerte Einträge einführen — Aufwand &amp; Priorität?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8288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160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Anja: Bot in Communication &amp; Community Development verankern?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Borgo-Bot IT-Meeting</dc:title>
  <dc:subject>PptxGenJS Presentation</dc:subject>
  <dc:creator>PptxGenJS</dc:creator>
  <cp:lastModifiedBy>PptxGenJS</cp:lastModifiedBy>
  <cp:revision>1</cp:revision>
  <dcterms:created xsi:type="dcterms:W3CDTF">2026-04-12T00:00:07Z</dcterms:created>
  <dcterms:modified xsi:type="dcterms:W3CDTF">2026-04-12T00:00:07Z</dcterms:modified>
</cp:coreProperties>
</file>