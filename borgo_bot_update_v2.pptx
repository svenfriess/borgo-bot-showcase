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🤖 Borgo-Bot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Community-Test abgeschlossen · Produktiv-Rollout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IT-Delegation Meeting · Januar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D32"/>
                </a:solidFill>
              </a:defRPr>
            </a:pPr>
            <a:r>
              <a:t>✅ Community-Test Abgeschlossen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886200" cy="1371600"/>
          </a:xfrm>
          <a:prstGeom prst="rect">
            <a:avLst/>
          </a:prstGeom>
          <a:solidFill>
            <a:srgbClr val="F5F5F5"/>
          </a:solidFill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800" b="1">
                <a:solidFill>
                  <a:srgbClr val="2E7D32"/>
                </a:solidFill>
              </a:defRPr>
            </a:pPr>
            <a:r>
              <a:t>25</a:t>
            </a:r>
          </a:p>
          <a:p>
            <a:pPr algn="ctr"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Gäste im Test-Zeitraum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1188720"/>
            <a:ext cx="3886200" cy="1371600"/>
          </a:xfrm>
          <a:prstGeom prst="rect">
            <a:avLst/>
          </a:prstGeom>
          <a:solidFill>
            <a:srgbClr val="F5F5F5"/>
          </a:solidFill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800" b="1">
                <a:solidFill>
                  <a:srgbClr val="2E7D32"/>
                </a:solidFill>
              </a:defRPr>
            </a:pPr>
            <a:r>
              <a:t>6</a:t>
            </a:r>
          </a:p>
          <a:p>
            <a:pPr algn="ctr"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Aktive Tester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3886200" cy="1371600"/>
          </a:xfrm>
          <a:prstGeom prst="rect">
            <a:avLst/>
          </a:prstGeom>
          <a:solidFill>
            <a:srgbClr val="F5F5F5"/>
          </a:solidFill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800" b="1">
                <a:solidFill>
                  <a:srgbClr val="2E7D32"/>
                </a:solidFill>
              </a:defRPr>
            </a:pPr>
            <a:r>
              <a:t>56</a:t>
            </a:r>
          </a:p>
          <a:p>
            <a:pPr algn="ctr"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Knowledge-Base Einträge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2926080"/>
            <a:ext cx="3886200" cy="1371600"/>
          </a:xfrm>
          <a:prstGeom prst="rect">
            <a:avLst/>
          </a:prstGeom>
          <a:solidFill>
            <a:srgbClr val="F5F5F5"/>
          </a:solidFill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800" b="1">
                <a:solidFill>
                  <a:srgbClr val="2E7D32"/>
                </a:solidFill>
              </a:defRPr>
            </a:pPr>
            <a:r>
              <a:t>326</a:t>
            </a:r>
          </a:p>
          <a:p>
            <a:pPr algn="ctr"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Suchbegriffe (Synonyme)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Test-Phase: 4. - 7. Januar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D32"/>
                </a:solidFill>
              </a:defRPr>
            </a:pPr>
            <a:r>
              <a:t>🎯 Highlights &amp; Verbesserungen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2E7D32"/>
                </a:solidFill>
              </a:rPr>
              <a:t>0% Halluzinations-Rate – Word-for-Word Validierung erfolgreich</a:t>
            </a:r>
          </a:p>
          <a:p>
            <a:pPr>
              <a:spcBef>
                <a:spcPts val="10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2E7D32"/>
                </a:solidFill>
              </a:rPr>
              <a:t>&lt;60s Response-Zeit – Stabile Performance unter Last</a:t>
            </a:r>
          </a:p>
          <a:p>
            <a:pPr>
              <a:spcBef>
                <a:spcPts val="10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2E7D32"/>
                </a:solidFill>
              </a:rPr>
              <a:t>95% Confidence Score – Präzises Keyword-Matching</a:t>
            </a:r>
          </a:p>
          <a:p>
            <a:pPr>
              <a:spcBef>
                <a:spcPts val="10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2E7D32"/>
                </a:solidFill>
              </a:rPr>
              <a:t>Community-Feedback – Adresse, Transport, Safety-Fixes</a:t>
            </a:r>
          </a:p>
          <a:p>
            <a:pPr>
              <a:spcBef>
                <a:spcPts val="10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2E7D32"/>
                </a:solidFill>
              </a:rPr>
              <a:t>Multi-Bot Architektur – DEV/TEST/PROD-Umgebungen getrennt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Software-Status: Stabil &amp; Produktiv-Bereit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D32"/>
                </a:solidFill>
              </a:defRPr>
            </a:pPr>
            <a:r>
              <a:t>❓ Entscheidungsbedarf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🖥️ Hosting</a:t>
            </a:r>
            <a:br/>
            <a:r>
              <a:t>Wo soll das System gehostet werden?</a:t>
            </a:r>
          </a:p>
          <a:p>
            <a:pPr>
              <a:spcBef>
                <a:spcPts val="15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📝 Content-Pflege</a:t>
            </a:r>
            <a:br/>
            <a:r>
              <a:t>Wer pflegt die Knowledge Base (56 Einträge)?</a:t>
            </a:r>
          </a:p>
          <a:p>
            <a:pPr>
              <a:spcBef>
                <a:spcPts val="15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🎨 UI/UX</a:t>
            </a:r>
            <a:br/>
            <a:r>
              <a:t>Brauchen wir ein Web-UI für Content-Management?</a:t>
            </a:r>
          </a:p>
          <a:p>
            <a:pPr>
              <a:spcBef>
                <a:spcPts val="15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🌐 Website-Zugang</a:t>
            </a:r>
            <a:br/>
            <a:r>
              <a:t>Brauchen wir zusätzlich eine Website für Internet-Zugang?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Gliederung erfolgt über Content-Updates, Software ist stabil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D32"/>
                </a:solidFill>
              </a:defRPr>
            </a:pPr>
            <a:r>
              <a:t>❓ Entscheidungsbedarf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4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📅 Rollout-Zeitplan</a:t>
            </a:r>
            <a:br/>
            <a:r>
              <a:t>Wann und wie kann das System ausgerollt werden?</a:t>
            </a:r>
          </a:p>
          <a:p>
            <a:pPr>
              <a:spcBef>
                <a:spcPts val="2000"/>
              </a:spcBef>
              <a:defRPr sz="24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🔄 Piazza-Migration</a:t>
            </a:r>
            <a:br/>
            <a:r>
              <a:t>Migration auf Piazza mit bestehendem Content?</a:t>
            </a:r>
          </a:p>
          <a:p>
            <a:pPr>
              <a:spcBef>
                <a:spcPts val="2000"/>
              </a:spcBef>
              <a:defRPr sz="24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🌍 Mehrsprachigkeit</a:t>
            </a:r>
            <a:br/>
            <a:r>
              <a:t>Dreisprachiger Bot: DE · EN ·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Software bereit – Organisatorische Entscheidungen erforderlich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D32"/>
                </a:solidFill>
              </a:defRPr>
            </a:pPr>
            <a:r>
              <a:t>💡 Zukunfts-Ideen &amp; Erweiterungen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🚗 Bot als Park-Wächter</a:t>
            </a:r>
            <a:br/>
            <a:r>
              <a:t>Überwachung Borgo-Zufahrt via Bild-Erkennung</a:t>
            </a:r>
          </a:p>
          <a:p>
            <a:pPr>
              <a:spcBef>
                <a:spcPts val="15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📸 Computer Vision</a:t>
            </a:r>
            <a:br/>
            <a:r>
              <a:t>Kennzeichen-Erkennung → Automatische Benachrichtigung</a:t>
            </a:r>
          </a:p>
          <a:p>
            <a:pPr>
              <a:spcBef>
                <a:spcPts val="15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🌐 Multi-Channel</a:t>
            </a:r>
            <a:br/>
            <a:r>
              <a:t>Signal, WhatsApp, Telegram, Web-Interface</a:t>
            </a:r>
          </a:p>
          <a:p>
            <a:pPr>
              <a:spcBef>
                <a:spcPts val="15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🎨 Community-Features</a:t>
            </a:r>
            <a:br/>
            <a:r>
              <a:t>Erweiterte Services für Borgo-Mitglieder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Vision: Community-Tool für Borgo Batone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D32"/>
                </a:solidFill>
              </a:defRPr>
            </a:pPr>
            <a:r>
              <a:t>⚙️ Tech-Stack &amp; System-Status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Mac Mini M4 – Production Server (16GB RAM)</a:t>
            </a:r>
          </a:p>
          <a:p>
            <a:pPr>
              <a:spcBef>
                <a:spcPts val="10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Signal-CLI – JSON-RPC Socket Mode (stabil)</a:t>
            </a:r>
          </a:p>
          <a:p>
            <a:pPr>
              <a:spcBef>
                <a:spcPts val="10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Ollama – Local LLMs (mistral:7b-instruct)</a:t>
            </a:r>
          </a:p>
          <a:p>
            <a:pPr>
              <a:spcBef>
                <a:spcPts val="10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YAML Database – 56 Einträge · 326 Synonyme · 10 Kategorien</a:t>
            </a:r>
          </a:p>
          <a:p>
            <a:pPr>
              <a:spcBef>
                <a:spcPts val="1000"/>
              </a:spcBef>
              <a:defRPr sz="2200">
                <a:solidFill>
                  <a:srgbClr val="1A1A1A"/>
                </a:solidFill>
              </a:defRPr>
            </a:pPr>
            <a:r>
              <a:rPr b="1">
                <a:solidFill>
                  <a:srgbClr val="FFA726"/>
                </a:solidFill>
              </a:rPr>
              <a:t>Python 3.12 – Multi-Bot Architektur · Async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100% Local · 0% Cloud · GDPR-Compliant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D32"/>
                </a:solidFill>
              </a:defRPr>
            </a:pPr>
            <a:r>
              <a:t>🚀 Jetzt: Sprung ins kalte Wasser!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400">
                <a:solidFill>
                  <a:srgbClr val="1A1A1A"/>
                </a:solidFill>
              </a:defRPr>
            </a:pPr>
            <a:r>
              <a:rPr b="1">
                <a:solidFill>
                  <a:srgbClr val="2E7D32"/>
                </a:solidFill>
              </a:rPr>
              <a:t>Software-Status: ✅ Stabil &amp; Produktiv-Bereit</a:t>
            </a:r>
          </a:p>
          <a:p>
            <a:pPr>
              <a:spcBef>
                <a:spcPts val="1200"/>
              </a:spcBef>
              <a:defRPr sz="2400">
                <a:solidFill>
                  <a:srgbClr val="1A1A1A"/>
                </a:solidFill>
              </a:defRPr>
            </a:pPr>
            <a:r>
              <a:rPr b="1">
                <a:solidFill>
                  <a:srgbClr val="2E7D32"/>
                </a:solidFill>
              </a:rPr>
              <a:t>Test-Phase: ✅ Erfolgreich abgeschlossen</a:t>
            </a:r>
          </a:p>
          <a:p>
            <a:pPr>
              <a:spcBef>
                <a:spcPts val="1200"/>
              </a:spcBef>
              <a:defRPr sz="2400">
                <a:solidFill>
                  <a:srgbClr val="1A1A1A"/>
                </a:solidFill>
              </a:defRPr>
            </a:pPr>
            <a:r>
              <a:rPr b="1">
                <a:solidFill>
                  <a:srgbClr val="2E7D32"/>
                </a:solidFill>
              </a:rPr>
              <a:t>Technische Basis: ✅ Skalierbar &amp; GDPR-Compliant</a:t>
            </a:r>
          </a:p>
          <a:p>
            <a:pPr>
              <a:spcBef>
                <a:spcPts val="1200"/>
              </a:spcBef>
              <a:defRPr sz="2400">
                <a:solidFill>
                  <a:srgbClr val="1A1A1A"/>
                </a:solidFill>
              </a:defRPr>
            </a:pPr>
            <a:r>
              <a:rPr b="1">
                <a:solidFill>
                  <a:srgbClr val="2E7D32"/>
                </a:solidFill>
              </a:rPr>
              <a:t>Offene Punkte: ⚠️ Organisatorische Entscheidungen erforderlich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6400800" cy="64008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Entscheidung heute: Hosting · Content-Pflege · Rollout-Plan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